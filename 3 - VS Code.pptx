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notesMasterIdLst>
    <p:notesMasterId r:id="rId23"/>
  </p:notesMasterIdLst>
  <p:sldIdLst>
    <p:sldId id="275" r:id="rId5"/>
    <p:sldId id="314" r:id="rId6"/>
    <p:sldId id="315" r:id="rId7"/>
    <p:sldId id="316" r:id="rId8"/>
    <p:sldId id="332" r:id="rId9"/>
    <p:sldId id="333" r:id="rId10"/>
    <p:sldId id="321" r:id="rId11"/>
    <p:sldId id="322" r:id="rId12"/>
    <p:sldId id="323" r:id="rId13"/>
    <p:sldId id="324" r:id="rId14"/>
    <p:sldId id="325" r:id="rId15"/>
    <p:sldId id="331" r:id="rId16"/>
    <p:sldId id="320" r:id="rId17"/>
    <p:sldId id="326" r:id="rId18"/>
    <p:sldId id="327" r:id="rId19"/>
    <p:sldId id="328" r:id="rId20"/>
    <p:sldId id="329" r:id="rId21"/>
    <p:sldId id="330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D6"/>
    <a:srgbClr val="1A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0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67BCE-47C6-4348-94ED-258A929CEAFF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AF7D2-3811-4DA7-85FF-B34CF1A20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54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863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F7D2-3811-4DA7-85FF-B34CF1A20AAC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2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2CD25-3430-43E3-B897-9A8F9DAE0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1F0E09-CD89-4518-BBEE-6ADA66126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575AE-30B8-4D15-9BC5-FCBA9CAF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669639-69E1-4453-99EC-97611106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3B2AAD-961E-48B1-9C7B-09CFA9BE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61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2EE15-1A8B-4A9A-967A-7E843B99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D6DECD-5A40-414A-91F9-5FFD582E7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43BF64-0B79-4D16-9339-25A32FB9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E4D83E-BED4-4477-9A50-B0FAECD21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BD275E-DC76-42BE-B525-412CAEB8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517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457E4-1153-46D5-9F3E-6B944158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E32BBD-74F1-4976-8C99-D0D9EC5D7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A1D772-80D8-44EE-9151-D3739115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32B645-9ED3-40A6-89C7-0C5D008D3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66970E-C464-4439-A776-7CA0EC7F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844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2D570-4C26-40A3-AC37-E75639AF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B8C659-332E-4306-93F1-4F106A315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B614C8-4971-4ACF-A638-80997AF68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B6FC8F-D3EF-4D61-9173-B7CBADBF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0D5B4C-8863-40CA-80E0-5D6CD004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F577A5-C1C2-4F41-9CE0-8C7EAC44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06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256C1-D124-41F1-AAF1-83102C6C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59284D-A8E9-4115-9A9D-6F0EAE25E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8C0B4A-CF4B-45AF-9A32-F006D4D02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FE4E90-F22A-464F-8B51-D5BB4D473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83C46B-15C0-4BAE-BF87-52998ECB8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0EB3FB-8D76-47F9-AC96-71AC82CC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0E91CC-08A1-4E75-B3A3-D9D4F4E4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36815C-7065-49B3-95E1-0955CE94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825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6C3B1-274E-4EFB-862D-8C76A63B2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5E9CE2-78DD-4466-A5BC-BA15AF44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4B1895-18E1-4E0D-AA9C-19D984B6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B72555-5344-4FBB-ADBD-3777E35D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75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38FF47-42FA-46FD-8122-7C94F1A7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2A5220-025F-42CF-947E-903627E9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97080B-023D-42AC-A580-A2444960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61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545BC-B23E-4184-9FBB-39A40168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6B89C2-3A72-4E50-9A74-605C928E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5D48D4-DADA-4D11-8720-0B1F8B8D4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7F3400-6D51-4319-8159-C0980041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4424B7-0626-4CB7-8CF0-7B586460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8C8954-11CD-4B05-866E-97CC0CDD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16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77399-99B2-42BB-8966-7690A9C5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6FE7B3-4CDD-477C-8B61-969700729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12B729-CB55-4305-8167-5A25F5B14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0EB23B-7B8D-4A08-A6B9-795F7B82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AB8BF6-9D80-4866-9385-55F4EFDF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2EE895-D9E3-4665-824B-E4926E17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15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90A14-1E85-4C8B-BFC1-AAA2C192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74D7C1-7406-467D-B11D-2FB6D3A19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961D61-54F9-4048-956C-1A6B10DC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EBA8A8-C8B2-4F36-8B16-54AF0D74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69BEC3-6351-4A2A-92DC-96FABC0A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0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42852-99A3-48F5-A0BE-101058CAA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1CC780-6732-4351-915D-B5B492014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D3450B-C816-4C0B-9F95-DC5FB8DF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499E88-686E-4276-AE9A-37E53D1F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287F5-F04C-4F40-BC64-257406E0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23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FA6AD728-F2D2-4F35-A7FB-735FCDE5D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1875" y="2940553"/>
            <a:ext cx="5691188" cy="12624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n>
                  <a:noFill/>
                </a:ln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9088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Claro - 2 tex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13448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3448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90904193-4578-46B1-8291-6575C4D858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1270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5" name="Espaço Reservado para Texto 14">
            <a:extLst>
              <a:ext uri="{FF2B5EF4-FFF2-40B4-BE49-F238E27FC236}">
                <a16:creationId xmlns:a16="http://schemas.microsoft.com/office/drawing/2014/main" id="{A627A786-3902-48A6-BFE0-6A02CC0BC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270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1227035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ro -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EA353B62-7E42-4A99-8038-4A52909E9B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38147" y="1355725"/>
            <a:ext cx="5256213" cy="4611688"/>
          </a:xfrm>
          <a:prstGeom prst="roundRect">
            <a:avLst>
              <a:gd name="adj" fmla="val 4827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Insira imagem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7850" y="1479550"/>
            <a:ext cx="4756150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7850" y="2170821"/>
            <a:ext cx="4756150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2824035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EA353B62-7E42-4A99-8038-4A52909E9B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38147" y="1355725"/>
            <a:ext cx="5256213" cy="4611688"/>
          </a:xfrm>
          <a:prstGeom prst="roundRect">
            <a:avLst>
              <a:gd name="adj" fmla="val 4827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Insira imagem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7850" y="1479550"/>
            <a:ext cx="4756150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7850" y="2170821"/>
            <a:ext cx="4756150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87676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ro -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701" y="1479550"/>
            <a:ext cx="7564768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9701" y="2170821"/>
            <a:ext cx="7564768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56568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701" y="1479550"/>
            <a:ext cx="7564768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9701" y="2170821"/>
            <a:ext cx="7564768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4044831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 - 2 tex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13448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3448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90904193-4578-46B1-8291-6575C4D858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1270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5" name="Espaço Reservado para Texto 14">
            <a:extLst>
              <a:ext uri="{FF2B5EF4-FFF2-40B4-BE49-F238E27FC236}">
                <a16:creationId xmlns:a16="http://schemas.microsoft.com/office/drawing/2014/main" id="{A627A786-3902-48A6-BFE0-6A02CC0BC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270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1046812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1784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590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ite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E37765-E8AA-437A-AB91-BA359DE9ECD8}"/>
              </a:ext>
            </a:extLst>
          </p:cNvPr>
          <p:cNvSpPr>
            <a:spLocks noChangeAspect="1"/>
          </p:cNvSpPr>
          <p:nvPr userDrawn="1"/>
        </p:nvSpPr>
        <p:spPr>
          <a:xfrm>
            <a:off x="6120665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375CA9F-113D-410C-9E46-40388EDBBC19}"/>
              </a:ext>
            </a:extLst>
          </p:cNvPr>
          <p:cNvSpPr>
            <a:spLocks noChangeAspect="1"/>
          </p:cNvSpPr>
          <p:nvPr userDrawn="1"/>
        </p:nvSpPr>
        <p:spPr>
          <a:xfrm>
            <a:off x="570654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DFD0370-7C65-4259-A272-E1741E5437D6}"/>
              </a:ext>
            </a:extLst>
          </p:cNvPr>
          <p:cNvSpPr>
            <a:spLocks noChangeAspect="1"/>
          </p:cNvSpPr>
          <p:nvPr userDrawn="1"/>
        </p:nvSpPr>
        <p:spPr>
          <a:xfrm>
            <a:off x="3321348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DFDBF0F-7657-499F-9612-72FED47B8A37}"/>
              </a:ext>
            </a:extLst>
          </p:cNvPr>
          <p:cNvSpPr>
            <a:spLocks noChangeAspect="1"/>
          </p:cNvSpPr>
          <p:nvPr userDrawn="1"/>
        </p:nvSpPr>
        <p:spPr>
          <a:xfrm>
            <a:off x="8917658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A1702B52-F5F6-499D-B5FF-443DB03445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8329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48951E8D-3538-4FF5-A8FB-A8F211927C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329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ED10EFA1-3EE1-44AD-8664-2BBC3FE2CA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2626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597923C7-9903-4BE6-93FE-D1CAFC984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626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14B393A8-9307-41EB-BB27-A2132A9CA1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5863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40EE2A12-713B-4BE3-B172-768ACF4E8C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5863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5FFC8295-378E-44A4-A979-D8CAA64ABB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2522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578EFBBA-301F-4872-A225-2E2A51C919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82522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798166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35EE251C-EA26-4805-B478-BD01C3FAD2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89181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D1FBBF6B-7E36-4E39-9577-B65E4EF2E2E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18149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3" name="Espaço Reservado para Conteúdo 10">
            <a:extLst>
              <a:ext uri="{FF2B5EF4-FFF2-40B4-BE49-F238E27FC236}">
                <a16:creationId xmlns:a16="http://schemas.microsoft.com/office/drawing/2014/main" id="{83790910-ECD5-4E88-A773-A3C7F179948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47117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92787206-45FA-4414-93BB-39DEE3F9AF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3388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B6AFF79F-A55A-4724-8B09-BAE1988446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63388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74E1CDDE-2F53-47D7-92D8-C13247A919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2356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44BA4392-EB59-445D-B824-86679C2169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2356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0AC87F58-5E45-4D04-B1FE-F13C699F79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1324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42D17CCC-465A-4F9A-B297-E5AEEF029A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324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2674685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10">
            <a:extLst>
              <a:ext uri="{FF2B5EF4-FFF2-40B4-BE49-F238E27FC236}">
                <a16:creationId xmlns:a16="http://schemas.microsoft.com/office/drawing/2014/main" id="{91C9DFF5-3563-4FE9-BAFD-EC1FFE13847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89181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4" name="Espaço Reservado para Conteúdo 10">
            <a:extLst>
              <a:ext uri="{FF2B5EF4-FFF2-40B4-BE49-F238E27FC236}">
                <a16:creationId xmlns:a16="http://schemas.microsoft.com/office/drawing/2014/main" id="{33AEAA4D-427C-4E2D-9BB7-CEEB7DF6043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18149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5" name="Espaço Reservado para Conteúdo 10">
            <a:extLst>
              <a:ext uri="{FF2B5EF4-FFF2-40B4-BE49-F238E27FC236}">
                <a16:creationId xmlns:a16="http://schemas.microsoft.com/office/drawing/2014/main" id="{4B7CFF3C-35EA-4D0A-96CB-98277B5F574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47117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6" name="Espaço Reservado para Texto 12">
            <a:extLst>
              <a:ext uri="{FF2B5EF4-FFF2-40B4-BE49-F238E27FC236}">
                <a16:creationId xmlns:a16="http://schemas.microsoft.com/office/drawing/2014/main" id="{BE1F91B9-4659-477C-BEB5-2E2458AD28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3388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8" name="Espaço Reservado para Texto 14">
            <a:extLst>
              <a:ext uri="{FF2B5EF4-FFF2-40B4-BE49-F238E27FC236}">
                <a16:creationId xmlns:a16="http://schemas.microsoft.com/office/drawing/2014/main" id="{0D283AC4-3119-402E-8625-359BC6A149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63388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4AD940B3-046E-41B8-B1EB-91BF7623B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2356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F171048E-F715-4ADE-BB5C-3F97A3715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2356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C053B85C-AF6C-499B-9C0F-2974CD8B66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1324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D94D2D22-5115-45C5-8B3B-AA24C28D30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324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46146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241554-DE45-4792-B503-4FF9CBBC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4F7F02-77B9-4C98-BF49-DA8AB9A3B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A6A293-16A8-4F82-8474-77BA078D3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7907F-2D02-4CFE-9E27-66FAE7EEEF0D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F43A7A-A3EA-47E3-A48F-8E314E498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64E7D-77DF-4724-8EBE-7F6A24EE4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86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663" r:id="rId14"/>
    <p:sldLayoutId id="2147483662" r:id="rId15"/>
    <p:sldLayoutId id="2147483651" r:id="rId16"/>
    <p:sldLayoutId id="2147483664" r:id="rId17"/>
    <p:sldLayoutId id="2147483666" r:id="rId18"/>
    <p:sldLayoutId id="2147483667" r:id="rId19"/>
    <p:sldLayoutId id="2147483668" r:id="rId20"/>
    <p:sldLayoutId id="2147483650" r:id="rId21"/>
    <p:sldLayoutId id="2147483656" r:id="rId22"/>
    <p:sldLayoutId id="2147483660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vemq.com/demos/websocket-client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578A2E6-FD6A-4E1E-A9AD-7C0E135D7F7E}"/>
              </a:ext>
            </a:extLst>
          </p:cNvPr>
          <p:cNvSpPr txBox="1"/>
          <p:nvPr/>
        </p:nvSpPr>
        <p:spPr>
          <a:xfrm>
            <a:off x="1911220" y="2428726"/>
            <a:ext cx="836955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COMUNICAÇÃO DE DADOS</a:t>
            </a:r>
          </a:p>
          <a:p>
            <a:endParaRPr lang="pt-BR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Gerry Sanchez</a:t>
            </a:r>
          </a:p>
        </p:txBody>
      </p:sp>
    </p:spTree>
    <p:extLst>
      <p:ext uri="{BB962C8B-B14F-4D97-AF65-F5344CB8AC3E}">
        <p14:creationId xmlns:p14="http://schemas.microsoft.com/office/powerpoint/2010/main" val="47457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076325"/>
            <a:ext cx="77724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08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8" y="590550"/>
            <a:ext cx="9496425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536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68927" y="5095139"/>
            <a:ext cx="8437418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Salvar como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Pressione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Ctrl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+ 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no seu teclado para salvar o arquivo.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Dê um nome para ele terminando com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(por exemplo: teste.py ou codigo.py).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Escolha uma pasta no seu computador e clique em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Salvar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28" y="481750"/>
            <a:ext cx="6899564" cy="461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17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68925" y="620604"/>
            <a:ext cx="103153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Instalação da extensão</a:t>
            </a:r>
            <a:r>
              <a:rPr lang="pt-BR" dirty="0"/>
              <a:t> dentro do próprio VS </a:t>
            </a:r>
            <a:r>
              <a:rPr lang="pt-BR" dirty="0" err="1"/>
              <a:t>Code</a:t>
            </a:r>
            <a:r>
              <a:rPr lang="pt-BR" dirty="0"/>
              <a:t>. Não vai baixar nem instalar o interpretador do Python no seu computador de forma automática.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25" y="1364863"/>
            <a:ext cx="7924261" cy="436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222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68925" y="620604"/>
            <a:ext cx="103153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Instalação da extensão</a:t>
            </a:r>
            <a:r>
              <a:rPr lang="pt-BR" dirty="0"/>
              <a:t> dentro do próprio VS </a:t>
            </a:r>
            <a:r>
              <a:rPr lang="pt-BR" dirty="0" err="1"/>
              <a:t>Code</a:t>
            </a:r>
            <a:r>
              <a:rPr lang="pt-BR" dirty="0"/>
              <a:t>. Não vai baixar nem instalar o interpretador do Python no seu computador de forma automática.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25" y="1484971"/>
            <a:ext cx="747712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8572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924790" y="759363"/>
            <a:ext cx="1025582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Baixar o Python</a:t>
            </a:r>
          </a:p>
          <a:p>
            <a:r>
              <a:rPr lang="pt-BR" dirty="0"/>
              <a:t>Abra o seu navegador de internet (Google </a:t>
            </a:r>
            <a:r>
              <a:rPr lang="pt-BR" dirty="0" err="1"/>
              <a:t>Chrome</a:t>
            </a:r>
            <a:r>
              <a:rPr lang="pt-BR" dirty="0"/>
              <a:t>, Edge, etc.).</a:t>
            </a:r>
          </a:p>
          <a:p>
            <a:r>
              <a:rPr lang="pt-BR" dirty="0"/>
              <a:t>Acesse o site oficial: </a:t>
            </a:r>
            <a:r>
              <a:rPr lang="pt-BR" b="1" dirty="0">
                <a:hlinkClick r:id="rId3"/>
              </a:rPr>
              <a:t>python.org</a:t>
            </a:r>
            <a:r>
              <a:rPr lang="pt-BR" dirty="0"/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073" y="1959692"/>
            <a:ext cx="9197163" cy="4801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481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924790" y="897862"/>
            <a:ext cx="102558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Assim que clicar nele, o download do arquivo instalador vai começar. Quando terminar de baixar, abra esse arquivo e </a:t>
            </a:r>
            <a:r>
              <a:rPr lang="pt-BR" b="1" dirty="0"/>
              <a:t>passo importante</a:t>
            </a:r>
            <a:r>
              <a:rPr lang="pt-BR" dirty="0"/>
              <a:t>: </a:t>
            </a:r>
            <a:r>
              <a:rPr lang="pt-BR" b="1" dirty="0">
                <a:solidFill>
                  <a:srgbClr val="FF0000"/>
                </a:solidFill>
              </a:rPr>
              <a:t>marcar a caixinha "</a:t>
            </a:r>
            <a:r>
              <a:rPr lang="pt-BR" b="1" dirty="0" err="1">
                <a:solidFill>
                  <a:srgbClr val="FF0000"/>
                </a:solidFill>
              </a:rPr>
              <a:t>Add</a:t>
            </a:r>
            <a:r>
              <a:rPr lang="pt-BR" b="1" dirty="0">
                <a:solidFill>
                  <a:srgbClr val="FF0000"/>
                </a:solidFill>
              </a:rPr>
              <a:t> python.exe </a:t>
            </a:r>
            <a:r>
              <a:rPr lang="pt-BR" b="1" dirty="0" err="1">
                <a:solidFill>
                  <a:srgbClr val="FF0000"/>
                </a:solidFill>
              </a:rPr>
              <a:t>to</a:t>
            </a:r>
            <a:r>
              <a:rPr lang="pt-BR" b="1" dirty="0">
                <a:solidFill>
                  <a:srgbClr val="FF0000"/>
                </a:solidFill>
              </a:rPr>
              <a:t> PATH</a:t>
            </a:r>
            <a:r>
              <a:rPr lang="pt-BR" b="1" dirty="0"/>
              <a:t>"</a:t>
            </a:r>
            <a:r>
              <a:rPr lang="pt-BR" dirty="0"/>
              <a:t> antes de clicar em instalar!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99" y="1682693"/>
            <a:ext cx="9048307" cy="4716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65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103246" y="429223"/>
            <a:ext cx="102558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Assim que clicar nele, o download do arquivo instalador vai começar. Quando terminar de baixar, abra esse arquivo e </a:t>
            </a:r>
            <a:r>
              <a:rPr lang="pt-BR" b="1" dirty="0"/>
              <a:t>passo importante</a:t>
            </a:r>
            <a:r>
              <a:rPr lang="pt-BR" dirty="0"/>
              <a:t>: </a:t>
            </a:r>
            <a:r>
              <a:rPr lang="pt-BR" b="1" dirty="0">
                <a:solidFill>
                  <a:srgbClr val="FF0000"/>
                </a:solidFill>
              </a:rPr>
              <a:t>marcar a caixinha "</a:t>
            </a:r>
            <a:r>
              <a:rPr lang="pt-BR" b="1" dirty="0" err="1">
                <a:solidFill>
                  <a:srgbClr val="FF0000"/>
                </a:solidFill>
              </a:rPr>
              <a:t>Add</a:t>
            </a:r>
            <a:r>
              <a:rPr lang="pt-BR" b="1" dirty="0">
                <a:solidFill>
                  <a:srgbClr val="FF0000"/>
                </a:solidFill>
              </a:rPr>
              <a:t> python.exe </a:t>
            </a:r>
            <a:r>
              <a:rPr lang="pt-BR" b="1" dirty="0" err="1">
                <a:solidFill>
                  <a:srgbClr val="FF0000"/>
                </a:solidFill>
              </a:rPr>
              <a:t>to</a:t>
            </a:r>
            <a:r>
              <a:rPr lang="pt-BR" b="1" dirty="0">
                <a:solidFill>
                  <a:srgbClr val="FF0000"/>
                </a:solidFill>
              </a:rPr>
              <a:t> PATH</a:t>
            </a:r>
            <a:r>
              <a:rPr lang="pt-BR" b="1" dirty="0"/>
              <a:t>"</a:t>
            </a:r>
            <a:r>
              <a:rPr lang="pt-BR" dirty="0"/>
              <a:t> antes de clicar em instalar!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248" y="1075554"/>
            <a:ext cx="6388597" cy="3285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103248" y="4538733"/>
            <a:ext cx="1025582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Clique em cima do nome do arquivo que baixou ali no balão do canto superior direito.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Uma janela de instalação vai abrir na sua tela.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MUITO IMPORTANTE (Não clique em avançar ainda!):</a:t>
            </a:r>
            <a:r>
              <a:rPr lang="pt-BR" dirty="0"/>
              <a:t> Na primeira tela desse instalador que abrir, olhe bem na parte de baixo e </a:t>
            </a:r>
            <a:r>
              <a:rPr lang="pt-BR" b="1" dirty="0"/>
              <a:t>marque</a:t>
            </a:r>
            <a:r>
              <a:rPr lang="pt-BR" dirty="0"/>
              <a:t> a caixinha que diz </a:t>
            </a:r>
            <a:r>
              <a:rPr lang="pt-BR" b="1" dirty="0"/>
              <a:t>"</a:t>
            </a:r>
            <a:r>
              <a:rPr lang="pt-BR" b="1" dirty="0" err="1"/>
              <a:t>Add</a:t>
            </a:r>
            <a:r>
              <a:rPr lang="pt-BR" b="1" dirty="0"/>
              <a:t> python.exe </a:t>
            </a:r>
            <a:r>
              <a:rPr lang="pt-BR" b="1" dirty="0" err="1"/>
              <a:t>to</a:t>
            </a:r>
            <a:r>
              <a:rPr lang="pt-BR" b="1" dirty="0"/>
              <a:t> PATH"</a:t>
            </a:r>
            <a:r>
              <a:rPr lang="pt-B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Depois de marcar essa caixinha, clique no botão grande lá em cima escrito </a:t>
            </a:r>
            <a:r>
              <a:rPr lang="pt-BR" b="1" dirty="0"/>
              <a:t>"</a:t>
            </a:r>
            <a:r>
              <a:rPr lang="pt-BR" b="1" dirty="0" err="1"/>
              <a:t>Install</a:t>
            </a:r>
            <a:r>
              <a:rPr lang="pt-BR" b="1" dirty="0"/>
              <a:t> </a:t>
            </a:r>
            <a:r>
              <a:rPr lang="pt-BR" b="1" dirty="0" err="1"/>
              <a:t>Now</a:t>
            </a:r>
            <a:r>
              <a:rPr lang="pt-BR" b="1" dirty="0"/>
              <a:t>"</a:t>
            </a:r>
            <a:r>
              <a:rPr lang="pt-B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Espere a barra de instalação chegar até o fim.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573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103246" y="429223"/>
            <a:ext cx="102558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Assim que clicar nele, o download do arquivo instalador vai começar. Quando terminar de baixar, abra esse arquivo e </a:t>
            </a:r>
            <a:r>
              <a:rPr lang="pt-BR" b="1" dirty="0"/>
              <a:t>passo importante</a:t>
            </a:r>
            <a:r>
              <a:rPr lang="pt-BR" dirty="0"/>
              <a:t>: </a:t>
            </a:r>
            <a:r>
              <a:rPr lang="pt-BR" b="1" dirty="0">
                <a:solidFill>
                  <a:srgbClr val="FF0000"/>
                </a:solidFill>
              </a:rPr>
              <a:t>marcar a caixinha "</a:t>
            </a:r>
            <a:r>
              <a:rPr lang="pt-BR" b="1" dirty="0" err="1">
                <a:solidFill>
                  <a:srgbClr val="FF0000"/>
                </a:solidFill>
              </a:rPr>
              <a:t>Add</a:t>
            </a:r>
            <a:r>
              <a:rPr lang="pt-BR" b="1" dirty="0">
                <a:solidFill>
                  <a:srgbClr val="FF0000"/>
                </a:solidFill>
              </a:rPr>
              <a:t> python.exe </a:t>
            </a:r>
            <a:r>
              <a:rPr lang="pt-BR" b="1" dirty="0" err="1">
                <a:solidFill>
                  <a:srgbClr val="FF0000"/>
                </a:solidFill>
              </a:rPr>
              <a:t>to</a:t>
            </a:r>
            <a:r>
              <a:rPr lang="pt-BR" b="1" dirty="0">
                <a:solidFill>
                  <a:srgbClr val="FF0000"/>
                </a:solidFill>
              </a:rPr>
              <a:t> PATH</a:t>
            </a:r>
            <a:r>
              <a:rPr lang="pt-BR" b="1" dirty="0"/>
              <a:t>"</a:t>
            </a:r>
            <a:r>
              <a:rPr lang="pt-BR" dirty="0"/>
              <a:t> antes de clicar em instalar!</a:t>
            </a:r>
          </a:p>
        </p:txBody>
      </p:sp>
      <p:sp>
        <p:nvSpPr>
          <p:cNvPr id="3" name="Retângulo 2"/>
          <p:cNvSpPr/>
          <p:nvPr/>
        </p:nvSpPr>
        <p:spPr>
          <a:xfrm>
            <a:off x="1103248" y="4538733"/>
            <a:ext cx="1025582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Clique em cima do nome do arquivo que baixou ali no balão do canto superior direito.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Uma janela de instalação vai abrir na sua tela.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b="1" dirty="0"/>
              <a:t>MUITO IMPORTANTE (Não clique em avançar ainda!):</a:t>
            </a:r>
            <a:r>
              <a:rPr lang="pt-BR" dirty="0"/>
              <a:t> Na primeira tela desse instalador que abrir, olhe bem na parte de baixo e </a:t>
            </a:r>
            <a:r>
              <a:rPr lang="pt-BR" b="1" dirty="0"/>
              <a:t>marque</a:t>
            </a:r>
            <a:r>
              <a:rPr lang="pt-BR" dirty="0"/>
              <a:t> a caixinha que diz </a:t>
            </a:r>
            <a:r>
              <a:rPr lang="pt-BR" b="1" dirty="0"/>
              <a:t>"</a:t>
            </a:r>
            <a:r>
              <a:rPr lang="pt-BR" b="1" dirty="0" err="1"/>
              <a:t>Add</a:t>
            </a:r>
            <a:r>
              <a:rPr lang="pt-BR" b="1" dirty="0"/>
              <a:t> python.exe </a:t>
            </a:r>
            <a:r>
              <a:rPr lang="pt-BR" b="1" dirty="0" err="1"/>
              <a:t>to</a:t>
            </a:r>
            <a:r>
              <a:rPr lang="pt-BR" b="1" dirty="0"/>
              <a:t> PATH"</a:t>
            </a:r>
            <a:r>
              <a:rPr lang="pt-B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Depois de marcar essa caixinha, clique no botão grande lá em cima escrito </a:t>
            </a:r>
            <a:r>
              <a:rPr lang="pt-BR" b="1" dirty="0"/>
              <a:t>"</a:t>
            </a:r>
            <a:r>
              <a:rPr lang="pt-BR" b="1" dirty="0" err="1"/>
              <a:t>Install</a:t>
            </a:r>
            <a:r>
              <a:rPr lang="pt-BR" b="1" dirty="0"/>
              <a:t> </a:t>
            </a:r>
            <a:r>
              <a:rPr lang="pt-BR" b="1" dirty="0" err="1"/>
              <a:t>Now</a:t>
            </a:r>
            <a:r>
              <a:rPr lang="pt-BR" b="1" dirty="0"/>
              <a:t>"</a:t>
            </a:r>
            <a:r>
              <a:rPr lang="pt-B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Espere a barra de instalação chegar até o fim.</a:t>
            </a:r>
          </a:p>
          <a:p>
            <a:endParaRPr lang="pt-BR" dirty="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246" y="1075554"/>
            <a:ext cx="6637979" cy="3400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2504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39566" y="496670"/>
            <a:ext cx="1025582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Fechar o Instalador e o Navegador</a:t>
            </a:r>
          </a:p>
          <a:p>
            <a:r>
              <a:rPr lang="pt-BR" dirty="0"/>
              <a:t>Clique no botão </a:t>
            </a:r>
            <a:r>
              <a:rPr lang="pt-BR" b="1" dirty="0"/>
              <a:t>Close</a:t>
            </a:r>
            <a:r>
              <a:rPr lang="pt-BR" dirty="0"/>
              <a:t> (Fechar) no canto inferior direito da janela do instalador do Python.</a:t>
            </a:r>
          </a:p>
          <a:p>
            <a:r>
              <a:rPr lang="pt-BR" dirty="0"/>
              <a:t>Pode fechar o navegador de internet se quiser.</a:t>
            </a:r>
          </a:p>
          <a:p>
            <a:endParaRPr lang="pt-BR" dirty="0"/>
          </a:p>
          <a:p>
            <a:r>
              <a:rPr lang="pt-BR" b="1" dirty="0"/>
              <a:t>2. Reiniciar o VS </a:t>
            </a:r>
            <a:r>
              <a:rPr lang="pt-BR" b="1" dirty="0" err="1"/>
              <a:t>Code</a:t>
            </a:r>
            <a:r>
              <a:rPr lang="pt-BR" b="1" dirty="0"/>
              <a:t> (Passo importante!)</a:t>
            </a:r>
          </a:p>
          <a:p>
            <a:r>
              <a:rPr lang="pt-BR" dirty="0"/>
              <a:t>Abra o seu </a:t>
            </a:r>
            <a:r>
              <a:rPr lang="pt-BR" b="1" dirty="0"/>
              <a:t>VS </a:t>
            </a:r>
            <a:r>
              <a:rPr lang="pt-BR" b="1" dirty="0" err="1"/>
              <a:t>Code</a:t>
            </a:r>
            <a:r>
              <a:rPr lang="pt-BR" dirty="0"/>
              <a:t>. Como ele já estava aberto antes, </a:t>
            </a:r>
            <a:r>
              <a:rPr lang="pt-BR" b="1" dirty="0"/>
              <a:t>feche-o por completo</a:t>
            </a:r>
            <a:r>
              <a:rPr lang="pt-BR" dirty="0"/>
              <a:t> (clique no "X" no canto superior direito dele).</a:t>
            </a:r>
          </a:p>
          <a:p>
            <a:r>
              <a:rPr lang="pt-BR" dirty="0"/>
              <a:t>Abra o </a:t>
            </a:r>
            <a:r>
              <a:rPr lang="pt-BR" b="1" dirty="0"/>
              <a:t>VS </a:t>
            </a:r>
            <a:r>
              <a:rPr lang="pt-BR" b="1" dirty="0" err="1"/>
              <a:t>Code</a:t>
            </a:r>
            <a:r>
              <a:rPr lang="pt-BR" dirty="0"/>
              <a:t> novamente. </a:t>
            </a:r>
            <a:r>
              <a:rPr lang="pt-BR" i="1" dirty="0"/>
              <a:t>(Fazer isso é obrigatório para ele reconhecer a instalação nova do Python).</a:t>
            </a:r>
            <a:endParaRPr lang="pt-BR" dirty="0"/>
          </a:p>
          <a:p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65" y="2854713"/>
            <a:ext cx="6048373" cy="3412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9102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70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68927" y="5549573"/>
            <a:ext cx="84374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dirty="0"/>
              <a:t>Abrir uma linha de comando preta logo abaixo. </a:t>
            </a:r>
            <a:r>
              <a:rPr lang="pt-BR" b="1" dirty="0"/>
              <a:t>Instale as bibliotecas.  </a:t>
            </a:r>
            <a:r>
              <a:rPr lang="pt-BR" dirty="0"/>
              <a:t>Com o terminal aberto, digite o comando abaixo exatamente como está aqui e aperte </a:t>
            </a:r>
            <a:r>
              <a:rPr lang="pt-BR" b="1" dirty="0" err="1"/>
              <a:t>Enter</a:t>
            </a:r>
            <a:r>
              <a:rPr lang="pt-BR" dirty="0"/>
              <a:t>: </a:t>
            </a:r>
          </a:p>
          <a:p>
            <a:pPr algn="just"/>
            <a:r>
              <a:rPr lang="pt-BR" dirty="0" err="1">
                <a:solidFill>
                  <a:srgbClr val="FF0000"/>
                </a:solidFill>
              </a:rPr>
              <a:t>python</a:t>
            </a:r>
            <a:r>
              <a:rPr lang="pt-BR" dirty="0">
                <a:solidFill>
                  <a:srgbClr val="FF0000"/>
                </a:solidFill>
              </a:rPr>
              <a:t> -m </a:t>
            </a:r>
            <a:r>
              <a:rPr lang="pt-BR" dirty="0" err="1">
                <a:solidFill>
                  <a:srgbClr val="FF0000"/>
                </a:solidFill>
              </a:rPr>
              <a:t>pip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install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paho-mqtt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pyserial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27" y="486208"/>
            <a:ext cx="7500938" cy="4906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2961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39566" y="496670"/>
            <a:ext cx="107319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Abrir o Terminal</a:t>
            </a:r>
          </a:p>
          <a:p>
            <a:r>
              <a:rPr lang="pt-BR" dirty="0"/>
              <a:t>No painel de baixo, clique na palavra </a:t>
            </a:r>
            <a:r>
              <a:rPr lang="pt-BR" b="1" dirty="0"/>
              <a:t>TERMINAL</a:t>
            </a:r>
            <a:r>
              <a:rPr lang="pt-BR" dirty="0"/>
              <a:t> (fica logo à direita de </a:t>
            </a:r>
            <a:r>
              <a:rPr lang="pt-BR" i="1" dirty="0"/>
              <a:t>DEBUG CONSOLE</a:t>
            </a:r>
            <a:r>
              <a:rPr lang="pt-BR" dirty="0"/>
              <a:t>).</a:t>
            </a:r>
          </a:p>
          <a:p>
            <a:r>
              <a:rPr lang="pt-BR" dirty="0"/>
              <a:t>Isso vai abrir aquela tela preta com o caminho da sua pasta de usuário.</a:t>
            </a:r>
          </a:p>
          <a:p>
            <a:r>
              <a:rPr lang="pt-BR" b="1" dirty="0"/>
              <a:t>2. Digitar o comando de instalação</a:t>
            </a:r>
          </a:p>
          <a:p>
            <a:r>
              <a:rPr lang="pt-BR" dirty="0"/>
              <a:t>Clique dentro do terminal e digite exatamente o comando abaixo, depois aperte </a:t>
            </a:r>
            <a:r>
              <a:rPr lang="pt-BR" b="1" dirty="0" err="1"/>
              <a:t>Enter</a:t>
            </a:r>
            <a:r>
              <a:rPr lang="pt-BR" dirty="0"/>
              <a:t>:</a:t>
            </a:r>
          </a:p>
          <a:p>
            <a:endParaRPr lang="pt-BR" dirty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66" y="1939267"/>
            <a:ext cx="5546934" cy="298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739566" y="5093916"/>
            <a:ext cx="3949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python</a:t>
            </a:r>
            <a:r>
              <a:rPr lang="pt-BR" dirty="0">
                <a:solidFill>
                  <a:srgbClr val="FF0000"/>
                </a:solidFill>
              </a:rPr>
              <a:t> -m </a:t>
            </a:r>
            <a:r>
              <a:rPr lang="pt-BR" dirty="0" err="1">
                <a:solidFill>
                  <a:srgbClr val="FF0000"/>
                </a:solidFill>
              </a:rPr>
              <a:t>pip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install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paho-mqtt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pyserial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739566" y="5463248"/>
            <a:ext cx="1073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Assim que ele terminar (você vai ver que ele para de carregar e volta a mostrar o seu nome de usuário), clique no </a:t>
            </a:r>
            <a:r>
              <a:rPr lang="pt-BR" b="1" dirty="0"/>
              <a:t>botão de Play</a:t>
            </a:r>
            <a:r>
              <a:rPr lang="pt-BR" dirty="0"/>
              <a:t> (o triângulo no canto superior direito) para ver o código rodando.</a:t>
            </a:r>
          </a:p>
        </p:txBody>
      </p:sp>
    </p:spTree>
    <p:extLst>
      <p:ext uri="{BB962C8B-B14F-4D97-AF65-F5344CB8AC3E}">
        <p14:creationId xmlns:p14="http://schemas.microsoft.com/office/powerpoint/2010/main" val="3537208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874648" y="496671"/>
            <a:ext cx="1073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Assim que ele terminar (você vai ver que ele para de carregar e volta a mostrar o seu nome de usuário), clique no </a:t>
            </a:r>
            <a:r>
              <a:rPr lang="pt-BR" b="1" dirty="0"/>
              <a:t>botão de Play</a:t>
            </a:r>
            <a:r>
              <a:rPr lang="pt-BR" dirty="0"/>
              <a:t> (o triângulo no canto superior direito) para ver o código rodando.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48" y="1143002"/>
            <a:ext cx="9791972" cy="5152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5603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39566" y="537325"/>
            <a:ext cx="1073199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Abrir </a:t>
            </a:r>
            <a:r>
              <a:rPr lang="pt-BR" dirty="0" err="1"/>
              <a:t>HiveMq</a:t>
            </a:r>
            <a:endParaRPr lang="pt-BR" dirty="0"/>
          </a:p>
          <a:p>
            <a:r>
              <a:rPr lang="pt-BR" dirty="0">
                <a:hlinkClick r:id="rId3"/>
              </a:rPr>
              <a:t>https://www.hivemq.com/demos/websocket-client/</a:t>
            </a:r>
            <a:endParaRPr lang="pt-BR" dirty="0"/>
          </a:p>
          <a:p>
            <a:endParaRPr lang="pt-BR" dirty="0"/>
          </a:p>
          <a:p>
            <a:r>
              <a:rPr lang="pt-BR" dirty="0"/>
              <a:t>//Abrir </a:t>
            </a:r>
            <a:r>
              <a:rPr lang="pt-BR" dirty="0" err="1"/>
              <a:t>Arduino</a:t>
            </a:r>
            <a:r>
              <a:rPr lang="pt-BR" dirty="0"/>
              <a:t> e colar o código abaixo</a:t>
            </a:r>
          </a:p>
          <a:p>
            <a:endParaRPr lang="pt-BR" dirty="0"/>
          </a:p>
          <a:p>
            <a:r>
              <a:rPr lang="pt-BR" sz="900" dirty="0"/>
              <a:t>// Pino do LED integrado do </a:t>
            </a:r>
            <a:r>
              <a:rPr lang="pt-BR" sz="900" dirty="0" err="1"/>
              <a:t>Arduino</a:t>
            </a:r>
            <a:endParaRPr lang="pt-BR" sz="900" dirty="0"/>
          </a:p>
          <a:p>
            <a:r>
              <a:rPr lang="pt-BR" sz="900" dirty="0" err="1"/>
              <a:t>const</a:t>
            </a:r>
            <a:r>
              <a:rPr lang="pt-BR" sz="900" dirty="0"/>
              <a:t> </a:t>
            </a:r>
            <a:r>
              <a:rPr lang="pt-BR" sz="900" dirty="0" err="1"/>
              <a:t>int</a:t>
            </a:r>
            <a:r>
              <a:rPr lang="pt-BR" sz="900" dirty="0"/>
              <a:t> </a:t>
            </a:r>
            <a:r>
              <a:rPr lang="pt-BR" sz="900" dirty="0" err="1"/>
              <a:t>pinoLED</a:t>
            </a:r>
            <a:r>
              <a:rPr lang="pt-BR" sz="900" dirty="0"/>
              <a:t> = 13; </a:t>
            </a:r>
          </a:p>
          <a:p>
            <a:endParaRPr lang="pt-BR" sz="900" dirty="0"/>
          </a:p>
          <a:p>
            <a:r>
              <a:rPr lang="pt-BR" sz="900" dirty="0" err="1"/>
              <a:t>void</a:t>
            </a:r>
            <a:r>
              <a:rPr lang="pt-BR" sz="900" dirty="0"/>
              <a:t> setup() {</a:t>
            </a:r>
          </a:p>
          <a:p>
            <a:r>
              <a:rPr lang="pt-BR" sz="900" dirty="0"/>
              <a:t>  // Inicia a comunicação serial na mesma velocidade do Python (9600)</a:t>
            </a:r>
          </a:p>
          <a:p>
            <a:r>
              <a:rPr lang="pt-BR" sz="900" dirty="0"/>
              <a:t>  </a:t>
            </a:r>
            <a:r>
              <a:rPr lang="pt-BR" sz="900" dirty="0" err="1"/>
              <a:t>Serial.begin</a:t>
            </a:r>
            <a:r>
              <a:rPr lang="pt-BR" sz="900" dirty="0"/>
              <a:t>(9600); </a:t>
            </a:r>
          </a:p>
          <a:p>
            <a:r>
              <a:rPr lang="pt-BR" sz="900" dirty="0"/>
              <a:t>  </a:t>
            </a:r>
          </a:p>
          <a:p>
            <a:r>
              <a:rPr lang="pt-BR" sz="900" dirty="0"/>
              <a:t>  // Configura o pino 13 como saída</a:t>
            </a:r>
          </a:p>
          <a:p>
            <a:r>
              <a:rPr lang="pt-BR" sz="900" dirty="0"/>
              <a:t>  </a:t>
            </a:r>
            <a:r>
              <a:rPr lang="pt-BR" sz="900" dirty="0" err="1"/>
              <a:t>pinMode</a:t>
            </a:r>
            <a:r>
              <a:rPr lang="pt-BR" sz="900" dirty="0"/>
              <a:t>(</a:t>
            </a:r>
            <a:r>
              <a:rPr lang="pt-BR" sz="900" dirty="0" err="1"/>
              <a:t>pinoLED</a:t>
            </a:r>
            <a:r>
              <a:rPr lang="pt-BR" sz="900" dirty="0"/>
              <a:t>, OUTPUT); </a:t>
            </a:r>
          </a:p>
          <a:p>
            <a:r>
              <a:rPr lang="pt-BR" sz="900" dirty="0"/>
              <a:t>  </a:t>
            </a:r>
          </a:p>
          <a:p>
            <a:r>
              <a:rPr lang="pt-BR" sz="900" dirty="0"/>
              <a:t>  // Garante que o LED comece apagado</a:t>
            </a:r>
          </a:p>
          <a:p>
            <a:r>
              <a:rPr lang="pt-BR" sz="900" dirty="0"/>
              <a:t>  </a:t>
            </a:r>
            <a:r>
              <a:rPr lang="pt-BR" sz="900" dirty="0" err="1"/>
              <a:t>digitalWrite</a:t>
            </a:r>
            <a:r>
              <a:rPr lang="pt-BR" sz="900" dirty="0"/>
              <a:t>(</a:t>
            </a:r>
            <a:r>
              <a:rPr lang="pt-BR" sz="900" dirty="0" err="1"/>
              <a:t>pinoLED</a:t>
            </a:r>
            <a:r>
              <a:rPr lang="pt-BR" sz="900" dirty="0"/>
              <a:t>, LOW); </a:t>
            </a:r>
          </a:p>
          <a:p>
            <a:r>
              <a:rPr lang="pt-BR" sz="900" dirty="0"/>
              <a:t>}</a:t>
            </a:r>
          </a:p>
          <a:p>
            <a:endParaRPr lang="pt-BR" sz="900" dirty="0"/>
          </a:p>
          <a:p>
            <a:r>
              <a:rPr lang="pt-BR" sz="900" dirty="0" err="1"/>
              <a:t>void</a:t>
            </a:r>
            <a:r>
              <a:rPr lang="pt-BR" sz="900" dirty="0"/>
              <a:t> loop() {</a:t>
            </a:r>
          </a:p>
          <a:p>
            <a:r>
              <a:rPr lang="pt-BR" sz="900" dirty="0"/>
              <a:t>  // Verifica se chegou alguma mensagem vinda do Python pelo cabo USB</a:t>
            </a:r>
          </a:p>
          <a:p>
            <a:r>
              <a:rPr lang="pt-BR" sz="900" dirty="0"/>
              <a:t>  </a:t>
            </a:r>
            <a:r>
              <a:rPr lang="pt-BR" sz="900" dirty="0" err="1"/>
              <a:t>if</a:t>
            </a:r>
            <a:r>
              <a:rPr lang="pt-BR" sz="900" dirty="0"/>
              <a:t> (</a:t>
            </a:r>
            <a:r>
              <a:rPr lang="pt-BR" sz="900" dirty="0" err="1"/>
              <a:t>Serial.available</a:t>
            </a:r>
            <a:r>
              <a:rPr lang="pt-BR" sz="900" dirty="0"/>
              <a:t>() &gt; 0) {</a:t>
            </a:r>
          </a:p>
          <a:p>
            <a:r>
              <a:rPr lang="pt-BR" sz="900" dirty="0"/>
              <a:t>    // Lê o caractere recebido</a:t>
            </a:r>
          </a:p>
          <a:p>
            <a:r>
              <a:rPr lang="pt-BR" sz="900" dirty="0"/>
              <a:t>    char comando = </a:t>
            </a:r>
            <a:r>
              <a:rPr lang="pt-BR" sz="900" dirty="0" err="1"/>
              <a:t>Serial.read</a:t>
            </a:r>
            <a:r>
              <a:rPr lang="pt-BR" sz="900" dirty="0"/>
              <a:t>(); </a:t>
            </a:r>
          </a:p>
          <a:p>
            <a:r>
              <a:rPr lang="pt-BR" sz="900" dirty="0"/>
              <a:t>    </a:t>
            </a:r>
          </a:p>
          <a:p>
            <a:r>
              <a:rPr lang="pt-BR" sz="900" dirty="0"/>
              <a:t>    // Se receber o comando para ligar (</a:t>
            </a:r>
            <a:r>
              <a:rPr lang="pt-BR" sz="900" dirty="0" err="1"/>
              <a:t>ex</a:t>
            </a:r>
            <a:r>
              <a:rPr lang="pt-BR" sz="900" dirty="0"/>
              <a:t>: '1' ou 'L')</a:t>
            </a:r>
          </a:p>
          <a:p>
            <a:r>
              <a:rPr lang="pt-BR" sz="900" dirty="0"/>
              <a:t>    </a:t>
            </a:r>
            <a:r>
              <a:rPr lang="pt-BR" sz="900" dirty="0" err="1"/>
              <a:t>if</a:t>
            </a:r>
            <a:r>
              <a:rPr lang="pt-BR" sz="900" dirty="0"/>
              <a:t> (comando == '1' || comando == 'L' || comando == 'l') {</a:t>
            </a:r>
          </a:p>
          <a:p>
            <a:r>
              <a:rPr lang="pt-BR" sz="900" dirty="0"/>
              <a:t>      </a:t>
            </a:r>
            <a:r>
              <a:rPr lang="pt-BR" sz="900" dirty="0" err="1"/>
              <a:t>digitalWrite</a:t>
            </a:r>
            <a:r>
              <a:rPr lang="pt-BR" sz="900" dirty="0"/>
              <a:t>(</a:t>
            </a:r>
            <a:r>
              <a:rPr lang="pt-BR" sz="900" dirty="0" err="1"/>
              <a:t>pinoLED</a:t>
            </a:r>
            <a:r>
              <a:rPr lang="pt-BR" sz="900" dirty="0"/>
              <a:t>, HIGH);</a:t>
            </a:r>
          </a:p>
          <a:p>
            <a:r>
              <a:rPr lang="pt-BR" sz="900" dirty="0"/>
              <a:t>      </a:t>
            </a:r>
            <a:r>
              <a:rPr lang="pt-BR" sz="900" dirty="0" err="1"/>
              <a:t>Serial.println</a:t>
            </a:r>
            <a:r>
              <a:rPr lang="pt-BR" sz="900" dirty="0"/>
              <a:t>("LED Ligado!");</a:t>
            </a:r>
          </a:p>
          <a:p>
            <a:r>
              <a:rPr lang="pt-BR" sz="900" dirty="0"/>
              <a:t>    } </a:t>
            </a:r>
          </a:p>
          <a:p>
            <a:r>
              <a:rPr lang="pt-BR" sz="900" dirty="0"/>
              <a:t>    // Se receber o comando para desligar (</a:t>
            </a:r>
            <a:r>
              <a:rPr lang="pt-BR" sz="900" dirty="0" err="1"/>
              <a:t>ex</a:t>
            </a:r>
            <a:r>
              <a:rPr lang="pt-BR" sz="900" dirty="0"/>
              <a:t>: '0' ou 'D')</a:t>
            </a:r>
          </a:p>
          <a:p>
            <a:r>
              <a:rPr lang="pt-BR" sz="900" dirty="0"/>
              <a:t>    </a:t>
            </a:r>
            <a:r>
              <a:rPr lang="pt-BR" sz="900" dirty="0" err="1"/>
              <a:t>else</a:t>
            </a:r>
            <a:r>
              <a:rPr lang="pt-BR" sz="900" dirty="0"/>
              <a:t> </a:t>
            </a:r>
            <a:r>
              <a:rPr lang="pt-BR" sz="900" dirty="0" err="1"/>
              <a:t>if</a:t>
            </a:r>
            <a:r>
              <a:rPr lang="pt-BR" sz="900" dirty="0"/>
              <a:t> (comando == '0' || comando == 'D' || comando == 'd') {</a:t>
            </a:r>
          </a:p>
          <a:p>
            <a:r>
              <a:rPr lang="pt-BR" sz="900" dirty="0"/>
              <a:t>      </a:t>
            </a:r>
            <a:r>
              <a:rPr lang="pt-BR" sz="900" dirty="0" err="1"/>
              <a:t>digitalWrite</a:t>
            </a:r>
            <a:r>
              <a:rPr lang="pt-BR" sz="900" dirty="0"/>
              <a:t>(</a:t>
            </a:r>
            <a:r>
              <a:rPr lang="pt-BR" sz="900" dirty="0" err="1"/>
              <a:t>pinoLED</a:t>
            </a:r>
            <a:r>
              <a:rPr lang="pt-BR" sz="900" dirty="0"/>
              <a:t>, LOW);</a:t>
            </a:r>
          </a:p>
          <a:p>
            <a:r>
              <a:rPr lang="pt-BR" sz="900" dirty="0"/>
              <a:t>      </a:t>
            </a:r>
            <a:r>
              <a:rPr lang="pt-BR" sz="900" dirty="0" err="1"/>
              <a:t>Serial.println</a:t>
            </a:r>
            <a:r>
              <a:rPr lang="pt-BR" sz="900" dirty="0"/>
              <a:t>("LED Apagado!");</a:t>
            </a:r>
          </a:p>
          <a:p>
            <a:r>
              <a:rPr lang="pt-BR" sz="900" dirty="0"/>
              <a:t>    }</a:t>
            </a:r>
          </a:p>
          <a:p>
            <a:r>
              <a:rPr lang="pt-BR" sz="900" dirty="0"/>
              <a:t>  }</a:t>
            </a:r>
          </a:p>
          <a:p>
            <a:r>
              <a:rPr lang="pt-BR" sz="900" dirty="0"/>
              <a:t>}</a:t>
            </a:r>
          </a:p>
          <a:p>
            <a:endParaRPr lang="pt-BR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398984" y="3468670"/>
            <a:ext cx="607258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Feche a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Arduino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IDE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(se ela ficar aberta com o Monitor Serial ligado, o Python não vai conseguir conectar).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Volte no seu código do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VS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Code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, altere a linha PORTA_SERIAL = 'COM2' para a porta certa do seu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Arduino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e clique no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Play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61900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31" y="1157167"/>
            <a:ext cx="8085064" cy="4319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48331" y="557826"/>
            <a:ext cx="62657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Aguardando comandos vindos do site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HiveMQ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.... </a:t>
            </a:r>
          </a:p>
        </p:txBody>
      </p:sp>
    </p:spTree>
    <p:extLst>
      <p:ext uri="{BB962C8B-B14F-4D97-AF65-F5344CB8AC3E}">
        <p14:creationId xmlns:p14="http://schemas.microsoft.com/office/powerpoint/2010/main" val="3863650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42013" y="581661"/>
            <a:ext cx="115443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Abra o navegador e entre no site do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HiveMQ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Web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Client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(geralmente usado para testes rápidos).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Conecte-se ao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broker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usando o mesmo endereço do código: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broker.hivemq.com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Procure pela área de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Publish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(Publicar) no 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No campo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Topic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, cole exatamente o mesmo texto da sua linha 13 ( Python): </a:t>
            </a:r>
            <a:r>
              <a:rPr lang="pt-BR" dirty="0" err="1"/>
              <a:t>gerry_sanchez_led_exclusivo</a:t>
            </a:r>
            <a:r>
              <a:rPr lang="pt-BR" dirty="0"/>
              <a:t>/</a:t>
            </a:r>
            <a:r>
              <a:rPr lang="pt-BR" dirty="0" err="1"/>
              <a:t>arduino</a:t>
            </a:r>
            <a:r>
              <a:rPr lang="pt-BR" dirty="0"/>
              <a:t> 	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gerry_sanchez_led_exclusivo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/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arduino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  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  <a:sym typeface="Wingdings" panose="05000000000000000000" pitchFamily="2" charset="2"/>
              </a:rPr>
              <a:t> Troque no seu código do Python</a:t>
            </a:r>
            <a:r>
              <a:rPr kumimoji="0" lang="pt-BR" altLang="pt-BR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  <a:sym typeface="Wingdings" panose="05000000000000000000" pitchFamily="2" charset="2"/>
              </a:rPr>
              <a:t> para seu nome. Evitando Interferências, como a turma inteira compartilha o mesmo servidor (Host), usar tópicos idênticos fará com que o comando de uma bancada acione o LED de todas as outras.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baseline="0" dirty="0">
                <a:solidFill>
                  <a:srgbClr val="FF0000"/>
                </a:solidFill>
                <a:cs typeface="Arial" pitchFamily="34" charset="0"/>
                <a:sym typeface="Wingdings" panose="05000000000000000000" pitchFamily="2" charset="2"/>
              </a:rPr>
              <a:t>                  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No campo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Message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(Mensagem /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Payload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), digite: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	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1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(ou a letra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 para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ligar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o 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	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0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(ou a letra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 para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apagar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o 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dirty="0">
                <a:cs typeface="Arial" pitchFamily="34" charset="0"/>
              </a:rPr>
              <a:t>Ajustar a </a:t>
            </a:r>
            <a:r>
              <a:rPr lang="pt-BR" altLang="pt-BR" dirty="0" err="1">
                <a:cs typeface="Arial" pitchFamily="34" charset="0"/>
              </a:rPr>
              <a:t>portaque</a:t>
            </a:r>
            <a:r>
              <a:rPr lang="pt-BR" altLang="pt-BR" dirty="0">
                <a:cs typeface="Arial" pitchFamily="34" charset="0"/>
              </a:rPr>
              <a:t> foi selecionada pelo Arduino. Deve ser a mesma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965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99C364338B30B4389BB5636058D5303" ma:contentTypeVersion="17" ma:contentTypeDescription="Crie um novo documento." ma:contentTypeScope="" ma:versionID="f4d8a890bb48bc872678d23dcc07f0d6">
  <xsd:schema xmlns:xsd="http://www.w3.org/2001/XMLSchema" xmlns:xs="http://www.w3.org/2001/XMLSchema" xmlns:p="http://schemas.microsoft.com/office/2006/metadata/properties" xmlns:ns2="2e1bc0ce-511d-4639-bd57-6f2a22c1453a" xmlns:ns3="6820a4c7-7d03-44f7-b2ee-6cfdcaf35dea" targetNamespace="http://schemas.microsoft.com/office/2006/metadata/properties" ma:root="true" ma:fieldsID="9b4f39e6d3dd054d4173792bd2fe7eb9" ns2:_="" ns3:_="">
    <xsd:import namespace="2e1bc0ce-511d-4639-bd57-6f2a22c1453a"/>
    <xsd:import namespace="6820a4c7-7d03-44f7-b2ee-6cfdcaf35d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bc0ce-511d-4639-bd57-6f2a22c145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0a4c7-7d03-44f7-b2ee-6cfdcaf35de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E74420-E093-4109-A3B0-206C20A2B7F4}">
  <ds:schemaRefs>
    <ds:schemaRef ds:uri="http://www.w3.org/XML/1998/namespace"/>
    <ds:schemaRef ds:uri="http://schemas.microsoft.com/office/2006/documentManagement/types"/>
    <ds:schemaRef ds:uri="2e1bc0ce-511d-4639-bd57-6f2a22c1453a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820a4c7-7d03-44f7-b2ee-6cfdcaf35dea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83047F0-BBA6-4AE1-868C-9775BDE597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D6E9BE-EE6C-418C-9806-97B7B8DB7C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1bc0ce-511d-4639-bd57-6f2a22c1453a"/>
    <ds:schemaRef ds:uri="6820a4c7-7d03-44f7-b2ee-6cfdcaf35d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4976</TotalTime>
  <Words>1205</Words>
  <Application>Microsoft Office PowerPoint</Application>
  <PresentationFormat>Widescreen</PresentationFormat>
  <Paragraphs>117</Paragraphs>
  <Slides>18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Sistema Fiergs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Martins da Rosa</dc:creator>
  <cp:lastModifiedBy>Gerry Sanchez</cp:lastModifiedBy>
  <cp:revision>637</cp:revision>
  <dcterms:created xsi:type="dcterms:W3CDTF">2024-09-04T17:33:02Z</dcterms:created>
  <dcterms:modified xsi:type="dcterms:W3CDTF">2026-07-10T21:39:13Z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0x010100899C364338B30B4389BB5636058D5303</vt:lpwstr>
  </property>
  <property fmtid="{D5CDD505-2E9C-101B-9397-08002B2CF9AE}" pid="3" name="MediaServiceImageTags">
    <vt:lpwstr/>
  </property>
  <property fmtid="{D5CDD505-2E9C-101B-9397-08002B2CF9AE}" pid="4" name="Order">
    <vt:r8>5865100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